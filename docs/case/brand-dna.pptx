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909" r:id="rId2"/>
    <p:sldId id="966" r:id="rId3"/>
    <p:sldId id="96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191C"/>
    <a:srgbClr val="500404"/>
    <a:srgbClr val="420302"/>
    <a:srgbClr val="FF5901"/>
    <a:srgbClr val="EF6121"/>
    <a:srgbClr val="2D390F"/>
    <a:srgbClr val="000000"/>
    <a:srgbClr val="4A5E18"/>
    <a:srgbClr val="E7641B"/>
    <a:srgbClr val="597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43" autoAdjust="0"/>
    <p:restoredTop sz="94674" autoAdjust="0"/>
  </p:normalViewPr>
  <p:slideViewPr>
    <p:cSldViewPr snapToGrid="0">
      <p:cViewPr varScale="1">
        <p:scale>
          <a:sx n="123" d="100"/>
          <a:sy n="123" d="100"/>
        </p:scale>
        <p:origin x="71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2" d="100"/>
          <a:sy n="122" d="100"/>
        </p:scale>
        <p:origin x="491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80FA8-FE05-4665-8A18-A4D291EC6328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0242CA-4B63-4190-88EC-3525633C08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5293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14127-BC0F-41D2-BE2C-EC17B2D87337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76F3C-62AC-4546-A69D-3E224CC31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3216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820B03-4A1A-4345-A5B2-A346508A100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208807" y="157308"/>
            <a:ext cx="10515600" cy="371146"/>
          </a:xfrm>
        </p:spPr>
        <p:txBody>
          <a:bodyPr>
            <a:normAutofit/>
          </a:bodyPr>
          <a:lstStyle>
            <a:lvl1pPr>
              <a:defRPr sz="2000" b="1">
                <a:solidFill>
                  <a:srgbClr val="DD191C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2"/>
          <p:cNvSpPr>
            <a:spLocks noGrp="1"/>
          </p:cNvSpPr>
          <p:nvPr>
            <p:ph type="body" idx="11"/>
          </p:nvPr>
        </p:nvSpPr>
        <p:spPr>
          <a:xfrm>
            <a:off x="208807" y="1104056"/>
            <a:ext cx="11737770" cy="52522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88952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B5A753-0518-4391-8EBF-FE07C7773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1304" y="156357"/>
            <a:ext cx="1213754" cy="29692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9110" y="6419643"/>
            <a:ext cx="531896" cy="24142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5704" y="165474"/>
            <a:ext cx="10515600" cy="2969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3646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D820B03-4A1A-4345-A5B2-A346508A100E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316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rgbClr val="DD191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DD191C"/>
        </a:buClr>
        <a:buFont typeface="GoodPro-Light" panose="020B0504020101020102" pitchFamily="34" charset="-52"/>
        <a:buChar char="›"/>
        <a:defRPr sz="2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D191C"/>
        </a:buClr>
        <a:buFont typeface="GoodPro-Light" panose="020B0504020101020102" pitchFamily="34" charset="-52"/>
        <a:buChar char="›"/>
        <a:defRPr sz="2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D191C"/>
        </a:buClr>
        <a:buFont typeface="GoodPro-Light" panose="020B0504020101020102" pitchFamily="34" charset="-52"/>
        <a:buChar char="›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D191C"/>
        </a:buClr>
        <a:buFont typeface="GoodPro-Light" panose="020B0504020101020102" pitchFamily="34" charset="-52"/>
        <a:buChar char="›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D191C"/>
        </a:buClr>
        <a:buFont typeface="GoodPro-Light" panose="020B0504020101020102" pitchFamily="34" charset="-52"/>
        <a:buChar char="›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9ED74CD-C20E-4FAA-B968-7B53DC7360BB}"/>
              </a:ext>
            </a:extLst>
          </p:cNvPr>
          <p:cNvSpPr/>
          <p:nvPr/>
        </p:nvSpPr>
        <p:spPr>
          <a:xfrm>
            <a:off x="10301590" y="6147881"/>
            <a:ext cx="1890409" cy="710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20C3D7-2C6E-4CE4-83B1-DCED378C3FF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3" b="4699"/>
          <a:stretch/>
        </p:blipFill>
        <p:spPr>
          <a:xfrm>
            <a:off x="1414132" y="1258143"/>
            <a:ext cx="10777866" cy="5599858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6E6F812-DA96-43D1-98E0-2BE1E53A81E6}"/>
              </a:ext>
            </a:extLst>
          </p:cNvPr>
          <p:cNvSpPr/>
          <p:nvPr/>
        </p:nvSpPr>
        <p:spPr>
          <a:xfrm>
            <a:off x="2" y="0"/>
            <a:ext cx="4263653" cy="46139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59E1D6A-4CAB-4295-B781-E79301AD7AC2}"/>
              </a:ext>
            </a:extLst>
          </p:cNvPr>
          <p:cNvSpPr txBox="1">
            <a:spLocks/>
          </p:cNvSpPr>
          <p:nvPr/>
        </p:nvSpPr>
        <p:spPr>
          <a:xfrm>
            <a:off x="114575" y="114925"/>
            <a:ext cx="4149080" cy="296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DD191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0" dirty="0">
                <a:solidFill>
                  <a:schemeClr val="bg1"/>
                </a:solidFill>
              </a:rPr>
              <a:t>ДНК дизайна продукции бренда ЛАССАРД</a:t>
            </a:r>
            <a:endParaRPr lang="ru-RU" b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FFA78-BDA8-B512-C2C7-D19A72484EF5}"/>
              </a:ext>
            </a:extLst>
          </p:cNvPr>
          <p:cNvSpPr txBox="1"/>
          <p:nvPr/>
        </p:nvSpPr>
        <p:spPr>
          <a:xfrm>
            <a:off x="114575" y="677704"/>
            <a:ext cx="6130362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Вертикальное членение панелей.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Стремление организации композиции по осям симметрии, отражая идеологию стремления к идеалу, доминированию и лидерству (как на рынке, так и потребителя/пользователя). Асимметрия касается функциональных акцентов, размещения ручек, окон, панелей и распределения цветов, отражая идеологию трансформации (лазер как инструмент трансформации и обработки материала).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Функциональное деление по цветам:</a:t>
            </a:r>
            <a:br>
              <a:rPr lang="ru-RU" sz="1200" dirty="0"/>
            </a:br>
            <a:r>
              <a:rPr lang="ru-RU" sz="1200" dirty="0"/>
              <a:t>Красный – рабочая, «горячая» зона, зона обслуживания; отражает энергичность, стремление к лидерству в производстве и самого бренда ЛАССАРД;</a:t>
            </a:r>
            <a:br>
              <a:rPr lang="ru-RU" sz="1200" dirty="0"/>
            </a:br>
            <a:r>
              <a:rPr lang="ru-RU" sz="1200" dirty="0"/>
              <a:t>Белый – декоративный, меньше контакта с человеком (оператором), отражает чистоту, стремление к идеалу в производстве и бренда ЛАССАРД.</a:t>
            </a:r>
            <a:br>
              <a:rPr lang="ru-RU" sz="1200" dirty="0"/>
            </a:br>
            <a:r>
              <a:rPr lang="ru-RU" sz="1200" dirty="0"/>
              <a:t>Серый цвет – применим к конструктивным и техническим элементам, подверженным наибольшей маркости.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Применение                                -форм и углов для улучшения эргономики.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Центральное или симметричное расположение логотипа, наименований и</a:t>
            </a:r>
            <a:br>
              <a:rPr lang="en-US" sz="1200" dirty="0"/>
            </a:br>
            <a:r>
              <a:rPr lang="ru-RU" sz="1200" dirty="0"/>
              <a:t>светового сигнала задает ось формообразования.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Крупный вертикально расположенный логотип.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007DB57-61A6-092E-B8EE-DD08CA0C3594}"/>
              </a:ext>
            </a:extLst>
          </p:cNvPr>
          <p:cNvGrpSpPr/>
          <p:nvPr/>
        </p:nvGrpSpPr>
        <p:grpSpPr>
          <a:xfrm rot="16200000">
            <a:off x="1337695" y="3295013"/>
            <a:ext cx="234496" cy="263525"/>
            <a:chOff x="943429" y="4064000"/>
            <a:chExt cx="234496" cy="263525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2A9AEE75-358D-6811-8301-E091E4412D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29" y="4180114"/>
              <a:ext cx="0" cy="1474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A228F319-CB0C-65E6-78D8-C26BC539DF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29" y="4064000"/>
              <a:ext cx="97971" cy="1161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A6132251-DEBA-37C5-13B5-3EDA2FC78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1400" y="4064000"/>
              <a:ext cx="1365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79CDA5BE-73C1-C422-2538-7AFE9EB8F902}"/>
              </a:ext>
            </a:extLst>
          </p:cNvPr>
          <p:cNvGrpSpPr/>
          <p:nvPr/>
        </p:nvGrpSpPr>
        <p:grpSpPr>
          <a:xfrm>
            <a:off x="1624512" y="3406194"/>
            <a:ext cx="709159" cy="89127"/>
            <a:chOff x="875166" y="3711575"/>
            <a:chExt cx="709159" cy="89127"/>
          </a:xfrm>
        </p:grpSpPr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A4FD3493-9B1D-038D-4E3B-6100EB16C3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1691" y="3711575"/>
              <a:ext cx="97971" cy="8912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429A4DD6-7828-1118-FA5F-D811065DF1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166" y="3711575"/>
              <a:ext cx="1365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C3030000-AA5E-9931-4382-B7DF0E25A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3766" y="3800475"/>
              <a:ext cx="2518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08D64729-E354-A3BB-7BD4-6D704411D4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5598" y="3711575"/>
              <a:ext cx="92202" cy="889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E9506C8E-8A25-411F-44F6-D9A4D6D9C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7800" y="3711575"/>
              <a:ext cx="1365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B03B5E40-654D-4FFF-8076-EE660E8EAB75}"/>
              </a:ext>
            </a:extLst>
          </p:cNvPr>
          <p:cNvSpPr/>
          <p:nvPr/>
        </p:nvSpPr>
        <p:spPr>
          <a:xfrm>
            <a:off x="10301590" y="0"/>
            <a:ext cx="1890409" cy="710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9F8E559-ADDD-FE41-2C55-EE0DB3EAD68C}"/>
              </a:ext>
            </a:extLst>
          </p:cNvPr>
          <p:cNvSpPr txBox="1">
            <a:spLocks/>
          </p:cNvSpPr>
          <p:nvPr/>
        </p:nvSpPr>
        <p:spPr>
          <a:xfrm>
            <a:off x="4406020" y="114925"/>
            <a:ext cx="4149080" cy="296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DD191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0" dirty="0">
                <a:solidFill>
                  <a:schemeClr val="tx1"/>
                </a:solidFill>
              </a:rPr>
              <a:t>Некоторые аспекты дизайна</a:t>
            </a:r>
          </a:p>
        </p:txBody>
      </p:sp>
    </p:spTree>
    <p:extLst>
      <p:ext uri="{BB962C8B-B14F-4D97-AF65-F5344CB8AC3E}">
        <p14:creationId xmlns:p14="http://schemas.microsoft.com/office/powerpoint/2010/main" val="1288238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C2A39D3-3738-41FA-AFA3-364166A5F6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86000"/>
                    </a14:imgEffect>
                    <a14:imgEffect>
                      <a14:brightnessContrast bright="-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42" r="8728" b="9773"/>
          <a:stretch/>
        </p:blipFill>
        <p:spPr>
          <a:xfrm>
            <a:off x="0" y="114925"/>
            <a:ext cx="12192000" cy="6743075"/>
          </a:xfrm>
          <a:prstGeom prst="rect">
            <a:avLst/>
          </a:prstGeom>
        </p:spPr>
      </p:pic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9ED74CD-C20E-4FAA-B968-7B53DC7360BB}"/>
              </a:ext>
            </a:extLst>
          </p:cNvPr>
          <p:cNvSpPr/>
          <p:nvPr/>
        </p:nvSpPr>
        <p:spPr>
          <a:xfrm>
            <a:off x="10301590" y="6147881"/>
            <a:ext cx="1890409" cy="710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59E1D6A-4CAB-4295-B781-E79301AD7AC2}"/>
              </a:ext>
            </a:extLst>
          </p:cNvPr>
          <p:cNvSpPr txBox="1">
            <a:spLocks/>
          </p:cNvSpPr>
          <p:nvPr/>
        </p:nvSpPr>
        <p:spPr>
          <a:xfrm>
            <a:off x="114574" y="114925"/>
            <a:ext cx="8250108" cy="296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DD191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0" dirty="0">
                <a:solidFill>
                  <a:schemeClr val="tx1"/>
                </a:solidFill>
              </a:rPr>
              <a:t>ДНК дизайн экспозиционной предметно-пространственной среды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B03B5E40-654D-4FFF-8076-EE660E8EAB75}"/>
              </a:ext>
            </a:extLst>
          </p:cNvPr>
          <p:cNvSpPr/>
          <p:nvPr/>
        </p:nvSpPr>
        <p:spPr>
          <a:xfrm>
            <a:off x="10301590" y="0"/>
            <a:ext cx="1890409" cy="710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9937D9-74EB-02EF-6277-BB3FF53CFA5C}"/>
              </a:ext>
            </a:extLst>
          </p:cNvPr>
          <p:cNvSpPr txBox="1"/>
          <p:nvPr/>
        </p:nvSpPr>
        <p:spPr>
          <a:xfrm>
            <a:off x="114575" y="677704"/>
            <a:ext cx="367810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Формообразование элементов стенда соответствует формообразованию продукции ЛАССАРД, обеспечивая синтез элементов дизайна предметно-пространственной среды.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ru-RU" sz="1200" dirty="0" err="1"/>
              <a:t>Ярусность</a:t>
            </a:r>
            <a:r>
              <a:rPr lang="ru-RU" sz="1200" dirty="0"/>
              <a:t> элементов отражает архетип Героя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</a:pPr>
            <a:r>
              <a:rPr lang="ru-RU" sz="1200" dirty="0"/>
              <a:t>Стойки с наименованием продукта, где могут располагаться листовки отражают идею штандарта – знамени, взятого из военной области, символа, обозначающего подразделение продукта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86238328-22B6-8B44-F3EE-104464DF69A1}"/>
              </a:ext>
            </a:extLst>
          </p:cNvPr>
          <p:cNvSpPr/>
          <p:nvPr/>
        </p:nvSpPr>
        <p:spPr>
          <a:xfrm>
            <a:off x="4707082" y="5872521"/>
            <a:ext cx="550719" cy="55071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6CC44FF-CB5C-AAFE-103C-ABF45A1C60A7}"/>
              </a:ext>
            </a:extLst>
          </p:cNvPr>
          <p:cNvSpPr/>
          <p:nvPr/>
        </p:nvSpPr>
        <p:spPr>
          <a:xfrm>
            <a:off x="7304809" y="5695876"/>
            <a:ext cx="550719" cy="55071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6371AEF-2CB7-4AC5-887F-5308ACD67388}"/>
              </a:ext>
            </a:extLst>
          </p:cNvPr>
          <p:cNvSpPr/>
          <p:nvPr/>
        </p:nvSpPr>
        <p:spPr>
          <a:xfrm>
            <a:off x="342900" y="4854212"/>
            <a:ext cx="550719" cy="5507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AB0FFCF3-31B4-2DB5-17E5-6FE43D8662A0}"/>
              </a:ext>
            </a:extLst>
          </p:cNvPr>
          <p:cNvSpPr/>
          <p:nvPr/>
        </p:nvSpPr>
        <p:spPr>
          <a:xfrm>
            <a:off x="2732810" y="2890332"/>
            <a:ext cx="893618" cy="8936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2AEE9496-DEA1-42CE-C8A8-DB084995BB48}"/>
              </a:ext>
            </a:extLst>
          </p:cNvPr>
          <p:cNvSpPr/>
          <p:nvPr/>
        </p:nvSpPr>
        <p:spPr>
          <a:xfrm>
            <a:off x="2098964" y="5082812"/>
            <a:ext cx="550719" cy="55071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0025DA1D-F761-5175-8B3F-3C80126F61ED}"/>
              </a:ext>
            </a:extLst>
          </p:cNvPr>
          <p:cNvSpPr/>
          <p:nvPr/>
        </p:nvSpPr>
        <p:spPr>
          <a:xfrm>
            <a:off x="4000500" y="4126847"/>
            <a:ext cx="1018309" cy="101830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D7FDA76-DED1-4EE5-DF16-92D13BF5FEEA}"/>
              </a:ext>
            </a:extLst>
          </p:cNvPr>
          <p:cNvSpPr/>
          <p:nvPr/>
        </p:nvSpPr>
        <p:spPr>
          <a:xfrm>
            <a:off x="5818909" y="4126847"/>
            <a:ext cx="780975" cy="7809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ADC1C56B-AD4A-F3E0-935B-6A6795E4F171}"/>
              </a:ext>
            </a:extLst>
          </p:cNvPr>
          <p:cNvSpPr/>
          <p:nvPr/>
        </p:nvSpPr>
        <p:spPr>
          <a:xfrm>
            <a:off x="1007919" y="4978903"/>
            <a:ext cx="550719" cy="55071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708F5-DF6E-53CE-17C8-AC63D91CD550}"/>
              </a:ext>
            </a:extLst>
          </p:cNvPr>
          <p:cNvSpPr txBox="1"/>
          <p:nvPr/>
        </p:nvSpPr>
        <p:spPr>
          <a:xfrm>
            <a:off x="7580168" y="1676637"/>
            <a:ext cx="29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2485E7-FAE6-A171-6F36-B5E1A2C6A324}"/>
              </a:ext>
            </a:extLst>
          </p:cNvPr>
          <p:cNvSpPr txBox="1"/>
          <p:nvPr/>
        </p:nvSpPr>
        <p:spPr>
          <a:xfrm>
            <a:off x="488649" y="5426349"/>
            <a:ext cx="29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3D97E7-4034-BCA1-AC99-5B0F3E379610}"/>
              </a:ext>
            </a:extLst>
          </p:cNvPr>
          <p:cNvSpPr txBox="1"/>
          <p:nvPr/>
        </p:nvSpPr>
        <p:spPr>
          <a:xfrm>
            <a:off x="1901538" y="5338198"/>
            <a:ext cx="29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6DFBB8-5236-6E63-A8DE-C5EC0FBF32B2}"/>
              </a:ext>
            </a:extLst>
          </p:cNvPr>
          <p:cNvSpPr txBox="1"/>
          <p:nvPr/>
        </p:nvSpPr>
        <p:spPr>
          <a:xfrm>
            <a:off x="4468092" y="5972044"/>
            <a:ext cx="29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376B83-C360-1DF2-174E-B675F158C1D2}"/>
              </a:ext>
            </a:extLst>
          </p:cNvPr>
          <p:cNvSpPr txBox="1"/>
          <p:nvPr/>
        </p:nvSpPr>
        <p:spPr>
          <a:xfrm>
            <a:off x="3917374" y="3956207"/>
            <a:ext cx="29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51BE5C-AA9C-B643-C579-C7CEDE2F88ED}"/>
              </a:ext>
            </a:extLst>
          </p:cNvPr>
          <p:cNvSpPr txBox="1"/>
          <p:nvPr/>
        </p:nvSpPr>
        <p:spPr>
          <a:xfrm>
            <a:off x="7169729" y="6086343"/>
            <a:ext cx="29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2F7548-0AE2-F5DD-0B94-8858B74F8E18}"/>
              </a:ext>
            </a:extLst>
          </p:cNvPr>
          <p:cNvSpPr txBox="1"/>
          <p:nvPr/>
        </p:nvSpPr>
        <p:spPr>
          <a:xfrm>
            <a:off x="1517074" y="5265461"/>
            <a:ext cx="29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3BA0E2-98C6-C57C-84F6-B4BC204FEE71}"/>
              </a:ext>
            </a:extLst>
          </p:cNvPr>
          <p:cNvSpPr txBox="1"/>
          <p:nvPr/>
        </p:nvSpPr>
        <p:spPr>
          <a:xfrm>
            <a:off x="6214040" y="3846931"/>
            <a:ext cx="29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1FB82A-BA5A-ED08-E1B1-CE7BF4761AEE}"/>
              </a:ext>
            </a:extLst>
          </p:cNvPr>
          <p:cNvSpPr txBox="1"/>
          <p:nvPr/>
        </p:nvSpPr>
        <p:spPr>
          <a:xfrm>
            <a:off x="2649958" y="2745495"/>
            <a:ext cx="29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DDADDE-FB6E-2E69-CFBF-52DCE8F4EF3D}"/>
              </a:ext>
            </a:extLst>
          </p:cNvPr>
          <p:cNvSpPr txBox="1"/>
          <p:nvPr/>
        </p:nvSpPr>
        <p:spPr>
          <a:xfrm>
            <a:off x="8214013" y="5905737"/>
            <a:ext cx="29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3012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9ED74CD-C20E-4FAA-B968-7B53DC7360BB}"/>
              </a:ext>
            </a:extLst>
          </p:cNvPr>
          <p:cNvSpPr/>
          <p:nvPr/>
        </p:nvSpPr>
        <p:spPr>
          <a:xfrm>
            <a:off x="10301590" y="6147881"/>
            <a:ext cx="1890409" cy="710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6E6F812-DA96-43D1-98E0-2BE1E53A81E6}"/>
              </a:ext>
            </a:extLst>
          </p:cNvPr>
          <p:cNvSpPr/>
          <p:nvPr/>
        </p:nvSpPr>
        <p:spPr>
          <a:xfrm>
            <a:off x="2" y="0"/>
            <a:ext cx="4263653" cy="46139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59E1D6A-4CAB-4295-B781-E79301AD7AC2}"/>
              </a:ext>
            </a:extLst>
          </p:cNvPr>
          <p:cNvSpPr txBox="1">
            <a:spLocks/>
          </p:cNvSpPr>
          <p:nvPr/>
        </p:nvSpPr>
        <p:spPr>
          <a:xfrm>
            <a:off x="114575" y="114925"/>
            <a:ext cx="5557064" cy="296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DD191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0" dirty="0">
                <a:solidFill>
                  <a:schemeClr val="bg1"/>
                </a:solidFill>
              </a:rPr>
              <a:t>ДНК дизайна продукции бренда ЛАССАРД</a:t>
            </a:r>
            <a:endParaRPr lang="ru-RU" b="0" dirty="0">
              <a:solidFill>
                <a:srgbClr val="FF0000"/>
              </a:solidFill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B03B5E40-654D-4FFF-8076-EE660E8EAB75}"/>
              </a:ext>
            </a:extLst>
          </p:cNvPr>
          <p:cNvSpPr/>
          <p:nvPr/>
        </p:nvSpPr>
        <p:spPr>
          <a:xfrm>
            <a:off x="10301590" y="0"/>
            <a:ext cx="1890409" cy="710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68878A-73D3-4D1F-83BF-5CBE99144D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84000"/>
                    </a14:imgEffect>
                    <a14:imgEffect>
                      <a14:brightnessContrast brigh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37"/>
          <a:stretch/>
        </p:blipFill>
        <p:spPr>
          <a:xfrm>
            <a:off x="114575" y="526778"/>
            <a:ext cx="12073243" cy="645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79795"/>
      </p:ext>
    </p:extLst>
  </p:cSld>
  <p:clrMapOvr>
    <a:masterClrMapping/>
  </p:clrMapOvr>
</p:sld>
</file>

<file path=ppt/theme/theme1.xml><?xml version="1.0" encoding="utf-8"?>
<a:theme xmlns:a="http://schemas.openxmlformats.org/drawingml/2006/main" name="Lassard_шаблон">
  <a:themeElements>
    <a:clrScheme name="Другая 1">
      <a:dk1>
        <a:srgbClr val="262626"/>
      </a:dk1>
      <a:lt1>
        <a:sysClr val="window" lastClr="FFFFFF"/>
      </a:lt1>
      <a:dk2>
        <a:srgbClr val="44546A"/>
      </a:dk2>
      <a:lt2>
        <a:srgbClr val="E7E6E6"/>
      </a:lt2>
      <a:accent1>
        <a:srgbClr val="DD191C"/>
      </a:accent1>
      <a:accent2>
        <a:srgbClr val="F7CBAC"/>
      </a:accent2>
      <a:accent3>
        <a:srgbClr val="7F7F7F"/>
      </a:accent3>
      <a:accent4>
        <a:srgbClr val="AAD18F"/>
      </a:accent4>
      <a:accent5>
        <a:srgbClr val="9CC3E5"/>
      </a:accent5>
      <a:accent6>
        <a:srgbClr val="B4D1C8"/>
      </a:accent6>
      <a:hlink>
        <a:srgbClr val="C490AA"/>
      </a:hlink>
      <a:folHlink>
        <a:srgbClr val="7F7F7F"/>
      </a:folHlink>
    </a:clrScheme>
    <a:fontScheme name="GoodPro">
      <a:majorFont>
        <a:latin typeface="GoodPro-Medium"/>
        <a:ea typeface=""/>
        <a:cs typeface=""/>
      </a:majorFont>
      <a:minorFont>
        <a:latin typeface="GoodPro-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133635</TotalTime>
  <Words>230</Words>
  <Application>Microsoft Macintosh PowerPoint</Application>
  <PresentationFormat>Широкоэкранный</PresentationFormat>
  <Paragraphs>23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GoodPro-Light</vt:lpstr>
      <vt:lpstr>GoodPro-Medium</vt:lpstr>
      <vt:lpstr>Lassard_шаблон</vt:lpstr>
      <vt:lpstr>Презентация PowerPoint</vt:lpstr>
      <vt:lpstr>Презентация PowerPoint</vt:lpstr>
      <vt:lpstr>Презентация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user642</dc:creator>
  <cp:lastModifiedBy>identydp@gmail.com</cp:lastModifiedBy>
  <cp:revision>1128</cp:revision>
  <dcterms:created xsi:type="dcterms:W3CDTF">2020-08-31T08:26:51Z</dcterms:created>
  <dcterms:modified xsi:type="dcterms:W3CDTF">2026-09-30T12:40:03Z</dcterms:modified>
</cp:coreProperties>
</file>